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05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731520"/>
            <a:ext cx="2560320" cy="2560320"/>
          </a:xfrm>
          <a:prstGeom prst="ellipse">
            <a:avLst/>
          </a:prstGeom>
          <a:solidFill>
            <a:srgbClr val="028090">
              <a:alpha val="15000"/>
            </a:srgbClr>
          </a:solidFill>
          <a:ln w="635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0"/>
            <a:ext cx="1463040" cy="1463040"/>
          </a:xfrm>
          <a:prstGeom prst="ellipse">
            <a:avLst/>
          </a:prstGeom>
          <a:solidFill>
            <a:srgbClr val="00C2CB">
              <a:alpha val="20000"/>
            </a:srgbClr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F1E"/>
                </a:solidFill>
              </a:rPr>
              <a:t>HACKZION V3 · AI/ML TRACK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Supply Chain Optimization (Medical sub domain)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1554480" cy="292608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383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</a:rPr>
              <a:t>Real-time Weather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94560" y="3383280"/>
            <a:ext cx="1554480" cy="292608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94560" y="3383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</a:rPr>
              <a:t>Live Traffic + SMS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31920" y="3383280"/>
            <a:ext cx="1554480" cy="292608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31920" y="3383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</a:rPr>
              <a:t>4 AI Agents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95249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Team Prajna</a:t>
            </a:r>
          </a:p>
        </p:txBody>
      </p:sp>
      <p:sp>
        <p:nvSpPr>
          <p:cNvPr id="18" name="Shape 1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EF4444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Pharma Supply Chain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Hospitals Every 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118872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ETA Prediction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Hospitals cannot know when medicines will arrive — blind waiting costs lives.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931920" cy="118872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554480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Blind Supplier Selection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28032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Suppliers chosen by habit, not performance data or cold-chain capability.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3931920" cy="118872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71800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Delays Found Too Late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" y="3429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Problems discovered only after damage is done — no proactive detection.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3931920" cy="118872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971800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Traffic Response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28032" y="3429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Trucks stuck in congestion with no automated escalation to traffic police.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RESULT: Critical medicines delayed  →  Patient lives at risk  ·  Hospitals lose money  ·  Suppliers lose trust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2CB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 — 4-Agent AI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Predicts delays · Scores suppliers · Optimizes routes · Automates crisis response · Alerts traffic police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069080" cy="141732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288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ETA Predictor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0756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Gradient Boosting ML model predicts exact delivery time factoring weather, weight &amp; distance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508760"/>
            <a:ext cx="4069080" cy="141732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82880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Risk Monitor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40680" y="20756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5-factor composite score: supplier, distance, weather, weight, cold-chain — HIGH/MEDIUM/LOW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108960"/>
            <a:ext cx="4069080" cy="141732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42900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Route Advisor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" y="36758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3 routes compared: Fastest, Cheapest, Balanced — auto-switches on emergency or storm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4069080" cy="141732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429000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Supplier Scorer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40680" y="36758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Ranks suppliers: 40% on-time + 30% price + 30% quality + experience + cold-chain bonus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2CB"/>
                </a:solidFill>
              </a:rPr>
              <a:t>FEATURE HIGHLIGHT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 + Smart Transport Selection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356616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35661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B"/>
                </a:solidFill>
              </a:rPr>
              <a:t>Real-Time Weather Engine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1847088"/>
            <a:ext cx="137160" cy="13716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83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Fetches live data from OpenWeatherMap API using origin city coordinates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" y="2331720"/>
            <a:ext cx="137160" cy="13716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267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Maps 50+ weather codes to Clear / Rainy / Stormy / Fog categories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" y="2816352"/>
            <a:ext cx="137160" cy="13716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5234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High wind speed (&gt;60 km/h) auto-escalates to Stormy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" y="3300984"/>
            <a:ext cx="137160" cy="13716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3697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Shows temperature, humidity and wind speed on dashboard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3785616"/>
            <a:ext cx="137160" cy="13716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7216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Falls back to region-aware defaults if API is unreachable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4023360" cy="356616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188720"/>
            <a:ext cx="54864" cy="3566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AI Transport Selection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7760" y="1828800"/>
            <a:ext cx="548640" cy="457200"/>
          </a:xfrm>
          <a:prstGeom prst="rect">
            <a:avLst/>
          </a:prstGeom>
          <a:solidFill>
            <a:srgbClr val="00C2CB">
              <a:alpha val="20000"/>
            </a:srgbClr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2CB"/>
                </a:solidFill>
              </a:rPr>
              <a:t>AIR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77840" y="1847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20482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Emergency priority OR distance &gt; 2000km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2542032"/>
            <a:ext cx="548640" cy="457200"/>
          </a:xfrm>
          <a:prstGeom prst="rect">
            <a:avLst/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542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</a:rPr>
              <a:t>SHIP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77840" y="2560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Ship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27614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Weight &gt; 5000 kg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3255264"/>
            <a:ext cx="548640" cy="457200"/>
          </a:xfrm>
          <a:prstGeom prst="rect">
            <a:avLst/>
          </a:prstGeom>
          <a:solidFill>
            <a:srgbClr val="A855F7">
              <a:alpha val="20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2552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55F7"/>
                </a:solidFill>
              </a:rPr>
              <a:t>TRAIN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77840" y="32735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77840" y="34747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Weight &gt; 1000 kg OR distance &gt; 800 km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3968496"/>
            <a:ext cx="548640" cy="457200"/>
          </a:xfrm>
          <a:prstGeom prst="rect">
            <a:avLst/>
          </a:prstGeom>
          <a:solidFill>
            <a:srgbClr val="F97316">
              <a:alpha val="2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9684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</a:rPr>
              <a:t>TRUCK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77840" y="39867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Truck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77840" y="41879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Default for short-haul light cargo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4663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i="1" dirty="0">
              <a:solidFill>
                <a:srgbClr val="F97316"/>
              </a:solidFill>
            </a:endParaRPr>
          </a:p>
          <a:p>
            <a:pPr marL="0" indent="0">
              <a:buNone/>
            </a:pPr>
            <a:r>
              <a:rPr lang="en-US" sz="1000" i="1" dirty="0">
                <a:solidFill>
                  <a:srgbClr val="F97316"/>
                </a:solidFill>
              </a:rPr>
              <a:t>Stormy/Fog grounds Air for non-emergency flights automatically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97316"/>
                </a:solidFill>
              </a:rPr>
              <a:t>UNIQUE FEATURE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 Detection + Police Route Clearance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1965960" cy="237744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33272" y="1417320"/>
            <a:ext cx="548640" cy="54864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F1E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Traffic Check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TomTom Flow API checks midpoint of truck route for congestion on load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2423160"/>
            <a:ext cx="16459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280160"/>
            <a:ext cx="1965960" cy="237744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417320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F1E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60320" y="2103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Severity 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5146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Clear / Moderate / Heavy / Severe — based on current vs free-flow speed ratio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2423160"/>
            <a:ext cx="16459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280160"/>
            <a:ext cx="1965960" cy="237744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30952" y="1417320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F1E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09160" y="2103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Police SMS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9160" y="25146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Heavy/Severe triggers auto-SMS to traffic police via Twilio with truck number + route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2423160"/>
            <a:ext cx="16459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1280160"/>
            <a:ext cx="1965960" cy="237744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79792" y="141732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979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F1E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0" y="2103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 Reroute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25146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One click switches truck to bypass route — logged to backend, ETA recalculated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794760"/>
            <a:ext cx="8412480" cy="914400"/>
          </a:xfrm>
          <a:prstGeom prst="rect">
            <a:avLst/>
          </a:prstGeom>
          <a:solidFill>
            <a:srgbClr val="0F1A0A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794760"/>
            <a:ext cx="8412480" cy="914400"/>
          </a:xfrm>
          <a:prstGeom prst="rect">
            <a:avLst/>
          </a:prstGeom>
          <a:solidFill>
            <a:srgbClr val="0F1A0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C39A"/>
                </a:solidFill>
              </a:rPr>
              <a:t>ACTUAL SMS SENT: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41605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F4F8"/>
                </a:solidFill>
              </a:rPr>
              <a:t>"LOGIFLOW PRIORITY: Truck MH-23-7167 carrying Insulin, Mumbai to Pune. Heavy traffic, 28min delay. Please clear route. -LogiFlow AI"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2CB"/>
                </a:solidFill>
              </a:rPr>
              <a:t>AI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Detection + 5-Factor Risk Scoring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365760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36576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B"/>
                </a:solidFill>
              </a:rPr>
              <a:t>Cold-Chain Intelligence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Auto-detects temperature-sensitive medicines: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148840"/>
            <a:ext cx="1600200" cy="292608"/>
          </a:xfrm>
          <a:prstGeom prst="rect">
            <a:avLst/>
          </a:prstGeom>
          <a:solidFill>
            <a:srgbClr val="028090">
              <a:alpha val="3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488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</a:rPr>
              <a:t>Insulin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2148840"/>
            <a:ext cx="1600200" cy="292608"/>
          </a:xfrm>
          <a:prstGeom prst="rect">
            <a:avLst/>
          </a:prstGeom>
          <a:solidFill>
            <a:srgbClr val="028090">
              <a:alpha val="3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1488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</a:rPr>
              <a:t>Vaccines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560320"/>
            <a:ext cx="1600200" cy="292608"/>
          </a:xfrm>
          <a:prstGeom prst="rect">
            <a:avLst/>
          </a:prstGeom>
          <a:solidFill>
            <a:srgbClr val="028090">
              <a:alpha val="3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603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</a:rPr>
              <a:t>Blood Plasma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2560320"/>
            <a:ext cx="1600200" cy="292608"/>
          </a:xfrm>
          <a:prstGeom prst="rect">
            <a:avLst/>
          </a:prstGeom>
          <a:solidFill>
            <a:srgbClr val="028090">
              <a:alpha val="3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5603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</a:rPr>
              <a:t>Biologics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2971800"/>
            <a:ext cx="1600200" cy="292608"/>
          </a:xfrm>
          <a:prstGeom prst="rect">
            <a:avLst/>
          </a:prstGeom>
          <a:solidFill>
            <a:srgbClr val="028090">
              <a:alpha val="3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718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</a:rPr>
              <a:t>Antibodies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971800"/>
            <a:ext cx="1600200" cy="292608"/>
          </a:xfrm>
          <a:prstGeom prst="rect">
            <a:avLst/>
          </a:prstGeom>
          <a:solidFill>
            <a:srgbClr val="028090">
              <a:alpha val="3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9718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</a:rPr>
              <a:t>Hormones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If cold-chain medicine + non-refrigerated supplier: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" y="377647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7307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Risk score +25%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" y="399592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9502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Supplier score -10%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" y="4215384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1696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Warning banner shown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" y="443484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3891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Backup supplier flagged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188720"/>
            <a:ext cx="4023360" cy="365760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188720"/>
            <a:ext cx="54864" cy="3657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5-Factor Risk Formula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83480" y="17556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Supplier Reliability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0" y="1755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C2CB"/>
                </a:solidFill>
              </a:rPr>
              <a:t>35%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83480" y="2002536"/>
            <a:ext cx="3611880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83480" y="2002536"/>
            <a:ext cx="1264158" cy="12801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23042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Route Distance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0" y="23042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B82F6"/>
                </a:solidFill>
              </a:rPr>
              <a:t>25%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83480" y="2551176"/>
            <a:ext cx="3611880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83480" y="2551176"/>
            <a:ext cx="902970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28529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Live Weather Impact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46720" y="28529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97316"/>
                </a:solidFill>
              </a:rPr>
              <a:t>25%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83480" y="3099816"/>
            <a:ext cx="3611880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83480" y="3099816"/>
            <a:ext cx="902970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83480" y="3401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Weight Strain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46720" y="34015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55F7"/>
                </a:solidFill>
              </a:rPr>
              <a:t>10%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983480" y="3648456"/>
            <a:ext cx="3611880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83480" y="3648456"/>
            <a:ext cx="361188" cy="12801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83480" y="39502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Cold-Chain Mismatch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46720" y="3950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444"/>
                </a:solidFill>
              </a:rPr>
              <a:t>5%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983480" y="4197096"/>
            <a:ext cx="3611880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83480" y="4197096"/>
            <a:ext cx="180594" cy="1280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83480" y="46177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Score &gt; 0.65 = HIGH · &gt; 0.38 = MEDIUM · else LOW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2C39A"/>
                </a:solidFill>
              </a:rPr>
              <a:t>LIVE COMMAND CENTER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Real-Time Truck Tracking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303520" cy="3474720"/>
          </a:xfrm>
          <a:prstGeom prst="rect">
            <a:avLst/>
          </a:prstGeom>
          <a:solidFill>
            <a:srgbClr val="1E2A3D"/>
          </a:solidFill>
          <a:ln w="1270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C2CB"/>
                </a:solidFill>
              </a:rPr>
              <a:t>LIVE LEAFLET MAP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2834640"/>
            <a:ext cx="109728" cy="10972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2788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Mumbai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920240" y="2103120"/>
            <a:ext cx="109728" cy="10972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20574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Delhi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474720" y="3200400"/>
            <a:ext cx="109728" cy="10972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1546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Bangalore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114800" y="2651760"/>
            <a:ext cx="109728" cy="10972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2606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Chennai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834640" y="2468880"/>
            <a:ext cx="109728" cy="10972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24231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Hyderabad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700784" y="2889504"/>
            <a:ext cx="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83080" y="3154680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2377440"/>
            <a:ext cx="182880" cy="18288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3383280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27432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206240"/>
            <a:ext cx="27432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160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Normal route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4407408"/>
            <a:ext cx="27432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3616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Traffic detected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4608576"/>
            <a:ext cx="2743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5628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AI Bypass route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52160" y="1051560"/>
            <a:ext cx="2926080" cy="59436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852160" y="1051560"/>
            <a:ext cx="54864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53328" y="110642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 Trucks Tracked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53328" y="13441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Mumbai-Pune, Delhi-Agra, Bangalore-Mysore, Chennai-Vellore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52160" y="1746504"/>
            <a:ext cx="2926080" cy="59436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52160" y="1746504"/>
            <a:ext cx="54864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180136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Traffic Alerts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53328" y="20391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Orange dashed lines appear on heavy congestion routes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52160" y="2441448"/>
            <a:ext cx="2926080" cy="59436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852160" y="2441448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53328" y="24963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 Police SMS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53328" y="27340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Twilio SMS fires automatically when truck hits Heavy traffic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52160" y="3136392"/>
            <a:ext cx="2926080" cy="59436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852160" y="3136392"/>
            <a:ext cx="54864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53328" y="319125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Reroute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053328" y="34290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One click switches truck to green bypass route live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52160" y="3831336"/>
            <a:ext cx="2926080" cy="59436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852160" y="3831336"/>
            <a:ext cx="54864" cy="59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53328" y="38862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Activity Log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053328" y="4123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Real-time system log shows every AI action with timestamp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2CB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Works Together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920240" cy="8229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FACTORY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Submits Order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280160"/>
            <a:ext cx="1920240" cy="822960"/>
          </a:xfrm>
          <a:prstGeom prst="rect">
            <a:avLst/>
          </a:prstGeom>
          <a:solidFill>
            <a:srgbClr val="1E2A3D"/>
          </a:solidFill>
          <a:ln w="19050">
            <a:solidFill>
              <a:srgbClr val="00C2CB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LOGIFLOW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 ENGINE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0" y="1280160"/>
            <a:ext cx="19202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0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HOSPITAL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Receives Update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1691640"/>
            <a:ext cx="1280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0" y="1691640"/>
            <a:ext cx="1463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All 4 agents run simultaneously on every shipment request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1965960" cy="548640"/>
          </a:xfrm>
          <a:prstGeom prst="rect">
            <a:avLst/>
          </a:prstGeom>
          <a:solidFill>
            <a:srgbClr val="00C2CB">
              <a:alpha val="20000"/>
            </a:srgbClr>
          </a:solidFill>
          <a:ln w="12700">
            <a:solidFill>
              <a:srgbClr val="00C2CB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560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 ETA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23160" y="2560320"/>
            <a:ext cx="1965960" cy="548640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23160" y="2560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 Risk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2560320"/>
            <a:ext cx="1965960" cy="548640"/>
          </a:xfrm>
          <a:prstGeom prst="rect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2560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 Route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0840" y="2560320"/>
            <a:ext cx="1965960" cy="548640"/>
          </a:xfrm>
          <a:prstGeom prst="rect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2560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 Supplier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337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94A3B8"/>
                </a:solidFill>
              </a:rPr>
              <a:t>LIVE DATA INTEGRATIONS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657600"/>
            <a:ext cx="1965960" cy="118872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OpenWeatherMap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4114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Live weather by city coords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68880" y="3657600"/>
            <a:ext cx="1965960" cy="118872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1460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TomTom Traffic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14600" y="4114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Flow speed vs free-flow speed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657600"/>
            <a:ext cx="1965960" cy="118872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916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Twilio SMS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9160" y="4114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Police alert auto-dispatch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0" y="3657600"/>
            <a:ext cx="1965960" cy="118872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0372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Haversine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03720" y="4114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Precise route distance calc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2CB"/>
                </a:solidFill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Tech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600200" cy="356616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600200" cy="411480"/>
          </a:xfrm>
          <a:prstGeom prst="rect">
            <a:avLst/>
          </a:prstGeom>
          <a:solidFill>
            <a:srgbClr val="00C2CB">
              <a:alpha val="8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React + TypeScript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4414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Tailwind 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309981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Leaflet Maps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37581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1188720"/>
            <a:ext cx="1600200" cy="356616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1188720"/>
            <a:ext cx="1600200" cy="41148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1188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21408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Python Flask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21408" y="24414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CORS enabled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21408" y="309981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Modular agents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21408" y="37581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REST API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1188720"/>
            <a:ext cx="1600200" cy="356616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1188720"/>
            <a:ext cx="1600200" cy="411480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1188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 / ML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58768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Rule Based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58768" y="24414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Haversine formula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58768" y="309981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5-factor scoring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58768" y="37581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Supplier ranking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0" y="1188720"/>
            <a:ext cx="1600200" cy="356616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0" y="1188720"/>
            <a:ext cx="1600200" cy="411480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1188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APIs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96128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OpenWeatherMap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96128" y="24414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TomTom Traffic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96128" y="309981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Twilio SMS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96128" y="37581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223760" y="1188720"/>
            <a:ext cx="1600200" cy="356616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23760" y="1188720"/>
            <a:ext cx="1600200" cy="411480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1188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DevOps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33488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Vite + npm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33488" y="24414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Environment vars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33488" y="309981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Flask debug mode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33488" y="37581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Git hub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A3D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CB"/>
                </a:solidFill>
              </a:rPr>
              <a:t>All APIs free-tier · No paid infrastructure · Runs on a laptop · Built in 24 hours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2CB"/>
                </a:solidFill>
              </a:rPr>
              <a:t>IMPACT + 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LogiFlow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Everything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CB"/>
                </a:solidFill>
              </a:rPr>
              <a:t>Zero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00200" y="17647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Manual intervention needed for crisis response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CB"/>
                </a:solidFill>
              </a:rPr>
              <a:t>Real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00200" y="24505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Live weather + traffic data powering every decision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CB"/>
                </a:solidFill>
              </a:rPr>
              <a:t>Auto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00200" y="31363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Police SMS dispatched before driver even knows there's a delay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CB"/>
                </a:solidFill>
              </a:rPr>
              <a:t>4x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00200" y="38221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AI agents running simultaneously on every single shipment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548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 AI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852160" y="1280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Right Medicine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Right Place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Right Time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0" y="2542032"/>
            <a:ext cx="91440" cy="9144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2496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8"/>
                </a:solidFill>
              </a:rPr>
              <a:t>Python Flask + React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44768" y="26974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Full-stack B2B platform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2944368"/>
            <a:ext cx="91440" cy="9144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2898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8"/>
                </a:solidFill>
              </a:rPr>
              <a:t>OpenWeatherMap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44768" y="30998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Live weather API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0" y="3346704"/>
            <a:ext cx="91440" cy="9144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33009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8"/>
                </a:solidFill>
              </a:rPr>
              <a:t>Twilio SMS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44768" y="3502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Auto police alerts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3749040"/>
            <a:ext cx="91440" cy="9144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8"/>
                </a:solidFill>
              </a:rPr>
              <a:t>Leaflet Maps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44768" y="39044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Live truck tracking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60720" y="4206240"/>
            <a:ext cx="3017520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760720" y="42062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</a:rPr>
              <a:t>Team Prajna · HackZion V3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808</Words>
  <Application>Microsoft Office PowerPoint</Application>
  <PresentationFormat>On-screen Show (16:9)</PresentationFormat>
  <Paragraphs>204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LogiFlow AI</dc:title>
  <dc:subject>PptxGenJS Presentation</dc:subject>
  <dc:creator>PptxGenJS</dc:creator>
  <cp:lastModifiedBy>Chandana R</cp:lastModifiedBy>
  <cp:revision>3</cp:revision>
  <dcterms:created xsi:type="dcterms:W3CDTF">2026-04-10T02:13:20Z</dcterms:created>
  <dcterms:modified xsi:type="dcterms:W3CDTF">2026-04-10T02:24:00Z</dcterms:modified>
</cp:coreProperties>
</file>